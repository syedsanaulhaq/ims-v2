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0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249E2E72-5DF0-3378-B155-AB86B5683A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45" r="-2" b="2543"/>
          <a:stretch>
            <a:fillRect/>
          </a:stretch>
        </p:blipFill>
        <p:spPr>
          <a:xfrm>
            <a:off x="-2585" y="-1"/>
            <a:ext cx="9146585" cy="687974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064451" y="791834"/>
            <a:ext cx="3020876" cy="9154947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567EA8-C72D-4B9B-D23F-6B2E9F9C9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4" y="0"/>
            <a:ext cx="2132551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FBFA78-9360-1E01-5448-6D5AE0A32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779028" y="21736"/>
            <a:ext cx="2364646" cy="6858008"/>
          </a:xfrm>
          <a:prstGeom prst="rect">
            <a:avLst/>
          </a:prstGeom>
          <a:gradFill flip="none" rotWithShape="1">
            <a:gsLst>
              <a:gs pos="5000">
                <a:schemeClr val="accent5">
                  <a:alpha val="48000"/>
                </a:schemeClr>
              </a:gs>
              <a:gs pos="42000">
                <a:schemeClr val="accent5">
                  <a:alpha val="0"/>
                </a:schemeClr>
              </a:gs>
            </a:gsLst>
            <a:lin ang="1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40453C-744F-DB3A-47EC-15EACE1DC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585" y="5288433"/>
            <a:ext cx="9149779" cy="1591311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9000">
                <a:schemeClr val="accent2">
                  <a:alpha val="0"/>
                </a:schemeClr>
              </a:gs>
            </a:gsLst>
            <a:lin ang="588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924B03-77BD-EAE3-2854-43363FF8E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5100" y="2905286"/>
            <a:ext cx="3866773" cy="4082144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4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44271" y="4121944"/>
            <a:ext cx="5945838" cy="16206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35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INVENTORY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4271" y="5737867"/>
            <a:ext cx="5956785" cy="618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C00000"/>
                </a:solidFill>
              </a:defRPr>
            </a:pPr>
            <a:r>
              <a:rPr lang="en-US" sz="1700">
                <a:solidFill>
                  <a:srgbClr val="FFFFFF"/>
                </a:solidFill>
              </a:rPr>
              <a:t>Enterprise-Grade Stock Management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2933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Enterprise-grade web-based inventory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Multi-location inventory management with hierarchical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Integrated procurement and stock issuance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Real-time inventory tracking and reconciliation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Multi-level approval workflows with role-based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Production-ready system managing 15+ items across multiple locations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Frontend: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React 18 + TypeScript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Vite (build tool)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shadcn/ui Components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Tailwind CSS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Authentication: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AspNetCore Identity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SSO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Backend: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Node.js + Express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CommonJS Modules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Winston (Logging)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Multer (File Uploads)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Database: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SQL Server 2022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50+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STOCK ACQUISITION (Procurement)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Tender management (Contract, Spot-Purchase, Annual)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Vendor evaluation and bidding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Purchase order creation and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STOCK ISSUANCE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Item request system with custom quantities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3-level approval workflow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Per-item decision making (Approve/Return/Reject)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Automatic inventory deduction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Core Modules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INVENTORY VERIFICATION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Physical stock verification by store keepers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Verification request assignment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Reconciliation with system records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ANNUAL TENDER FRAMEWORK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Year-long vendor contracts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Item group organization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Per-item vendor assignment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5. HIERARCHICAL INVENTORY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Admin Store (Central warehouse)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Wing Store (Department-level)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   • Personal Store (User-allocated items)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Main Operational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Stock Acquisition: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Request → Tender → Vendor Bids → Award → Delivery → Distribution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Stock Issuance: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Request → Supervisor Approval → Finance → Admin → Issue → Deduct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Inventory Verification: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Request → Store Keeper → Physical Count → Reconciliation → Update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Annual Tender: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Define Groups → Create Framework → Assign Vendors → POs → Deliveries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User Roles &amp;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Super Admin - Full system access (50 permissions)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Admin - Inventory, Users, Settings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Wing Supervisor - Wing inventory and approvals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Store Keeper - Physical inventory verification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Finance/Approver - Purchase order and financial approvals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Users/Requesters - Item requests and personal allocations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Total Active Users: 499+ registered across the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Master Data Tables: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Item Masters (15+ items)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Categories &amp; Subcategories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Vendors (7+ vendors)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Procurement Tables: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Tenders &amp; Tender Items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Vendors &amp; Bidding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Purchase Orders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Deliveries &amp; Serial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Inventory Tables: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Stock Levels (3-tier)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Issuance Requests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Stock Returns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Current Inventory Stock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Control Tables: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Approvals &amp; Workflows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Approval History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User Designations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Organizational Hierarchy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System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Real-time Stock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Multi-Step Hierarchical Approval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Complete Audit Trail &amp;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Role-Based Access Control (RBAC)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Three-Level Inventory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Multiple Tender Types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Digital Annual Framework Contracts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Serial Number &amp; Equipment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Document Upload &amp; Attachment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✅ Soft Delete with Data Recovery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Frontend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Core Pages &amp; Dashboards: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Approval Dashboard (Supervisor/Finance)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Main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Stock Issuance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Current Inventory Stock 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Tender Creation &amp;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Store Keeper Verification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User Role Assignment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Purchase Order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Component Library: 25+ Reusable UI Components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Backend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API Server (Express.js):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40+ REST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Authentication &amp; Authorization Middleware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Comprehensive Logging (Winston)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Error Handling &amp;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Key API Routes: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/api/tenders - Tender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/api/stock-issuance - Issuance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/api/approvals - Approval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/api/inventory - Stock queries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/api/purchase-orders - PO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/api/users - User management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✅ COMPLETED: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Core Inventory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Stock Issuance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Approval Workflows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Tender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Annual Tenders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Purchase Orders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Verification System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User/Role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🟡 IN PROGRESS: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Reporting &amp; Analytics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🔵 FUTURE ENHANCEMENTS: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Mobile Application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Advanced Analytics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Real-time Dashboards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• AI-based Recommendations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Deployment &amp;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Development Stack: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Frontend Port: 8080 (Vite dev server)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Backend Port: 3001 (Express API)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Configuration Management: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Environment-specific configs (dev/test/staging/prod)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Docker Support (Dockerfile + docker-compose)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Database Migrations (100+ SQL scripts)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Deployment Automation: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PowerShell deployment scripts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• Bash automation support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Security &amp; Data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Authentication &amp; Authorization: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AspNetCore Identity with SSO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Role-Based Access Control (RBAC)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Multi-level approval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 Management: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Soft delete mechanism (no permanent data loss)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Complete audit trail &amp; approval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Transaction-based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SQL Server security features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Business Impact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Operational Efficiency: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Automated procurement-to-inventory workflow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Real-time stock visibility across 3 inventory levels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Control &amp; Compliance: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Multi-step approval ensuring accountability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Complete audit trail for compliance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Scalability: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Supports 499+ users across organization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Handles 15+ item types with unlimited expansion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→ Multi-location inventory management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Implementation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Successfully integrated 3 inventory levels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Implemented complex approval workflows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Annual tender system with framework contracts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Real-time stock tracking &amp; reconciliation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Vendor management &amp; bidding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Purchase order automation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Serial number tracking for equipment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Comprehensive user &amp; role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✓ Production deployment with 499+ active users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00000"/>
                </a:solidFill>
              </a:defRPr>
            </a:pPr>
            <a:r>
              <a:t>Inventory Management System - Enterprise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947</Words>
  <Application>Microsoft Office PowerPoint</Application>
  <PresentationFormat>On-screen Show (4:3)</PresentationFormat>
  <Paragraphs>201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Syed Sana ul Haq Fazli</cp:lastModifiedBy>
  <cp:revision>2</cp:revision>
  <dcterms:created xsi:type="dcterms:W3CDTF">2013-01-27T09:14:16Z</dcterms:created>
  <dcterms:modified xsi:type="dcterms:W3CDTF">2026-03-11T11:30:15Z</dcterms:modified>
  <cp:category/>
</cp:coreProperties>
</file>